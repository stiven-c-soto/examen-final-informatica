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ALGORITMOS RECURSIVOS DEL ARBOL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BY: Stiven Castro Soto</a:t>
            </a:r>
          </a:p>
          <a:p>
            <a:r>
              <a:rPr lang="es-ES" dirty="0" smtClean="0"/>
              <a:t>Introducción a la informática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026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00445" y="365759"/>
            <a:ext cx="6061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#1 Sumar el contenido del árbol recursivamente </a:t>
            </a:r>
            <a:endParaRPr lang="es-E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00445" y="1685109"/>
            <a:ext cx="4585063" cy="468956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5094514" y="1632857"/>
            <a:ext cx="6596743" cy="26909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7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00445" y="365759"/>
            <a:ext cx="6061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#2 </a:t>
            </a:r>
            <a:r>
              <a:rPr lang="es-ES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Encontrar 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el valor mayor dentro del árbol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00445" y="1685109"/>
            <a:ext cx="4585063" cy="468956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5865223" y="1196756"/>
            <a:ext cx="4911634" cy="466846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860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00445" y="365759"/>
            <a:ext cx="6061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#3 </a:t>
            </a:r>
            <a:r>
              <a:rPr lang="es-ES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Buscar </a:t>
            </a:r>
            <a:r>
              <a:rPr lang="es-E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 elemento dentro del árbol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00445" y="1685109"/>
            <a:ext cx="4585063" cy="468956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5747658" y="742068"/>
            <a:ext cx="4820194" cy="550197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136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300445" y="365759"/>
            <a:ext cx="6061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#4 Agregar un dato al árbol</a:t>
            </a:r>
            <a:endParaRPr lang="es-E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00445" y="1515292"/>
            <a:ext cx="4663441" cy="445443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5943600" y="180365"/>
            <a:ext cx="4820195" cy="62073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92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99</TotalTime>
  <Words>45</Words>
  <Application>Microsoft Office PowerPoint</Application>
  <PresentationFormat>Panorámica</PresentationFormat>
  <Paragraphs>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Malla</vt:lpstr>
      <vt:lpstr>ALGORITMOS RECURSIVOS DEL ARBOL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RECURSIVOS DE ARBOL</dc:title>
  <dc:creator>natalia</dc:creator>
  <cp:lastModifiedBy>natalia</cp:lastModifiedBy>
  <cp:revision>4</cp:revision>
  <dcterms:created xsi:type="dcterms:W3CDTF">2021-12-17T01:00:53Z</dcterms:created>
  <dcterms:modified xsi:type="dcterms:W3CDTF">2021-12-17T02:40:01Z</dcterms:modified>
</cp:coreProperties>
</file>